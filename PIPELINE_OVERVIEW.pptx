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13716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다국어 자동 더빙 시스템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파이프라인 가이드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영상  →  한국어 더빙 + 립싱크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02920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모델 · 5 스테이지 · Docker 멀티 venv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보는 사람을 위한 한눈에 보기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한눈에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5단계로 구성된 자동 더빙 파이프라인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37160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(mp4)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258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196596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오디오 분리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vocal만 깨끗하게 추출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· BS-Roformer · Silero VAD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3258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86200" y="196596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누가 / 뭐라고 / 감정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+ 텍스트 + 감정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Qwen3-ASR · DiariZen · ECAPA · LightASD · emotion2vec+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3258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760720" y="196596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+ 번역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reference + 한국어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· VectorEngine LLM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75320" y="13258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635240" y="196596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한국어 합성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+ emotion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149840" y="132588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509760" y="196596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 결합 + 립싱크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입모양 + 화질 복원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5548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· LatentSync 1.6 · GFPGAN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83080" y="1554480"/>
            <a:ext cx="228600" cy="274320"/>
          </a:xfrm>
          <a:prstGeom prst="rightTriangle">
            <a:avLst/>
          </a:prstGeom>
          <a:solidFill>
            <a:srgbClr val="8794A8"/>
          </a:solidFill>
          <a:ln w="12700">
            <a:solidFill>
              <a:srgbClr val="8794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3931920"/>
            <a:ext cx="2103120" cy="7315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931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한국어 더빙 영상 (mp4)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0292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모델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5720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BS-Roformer ~ GFPGAN까지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협력하여 한 영상 처리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50292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분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429768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15초 영상 풀 파이프라인 처리 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(립싱크 + 후처리 포함)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502920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5074920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daemon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8138160" y="5577840"/>
            <a:ext cx="3593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 / ASR / Diarize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상주 → 60~90초 로딩 절감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모델 인벤토리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스테이지별 12개 모델 — 한 마디 요약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365760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마디로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BS-Roformer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음악/음성 분리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보컬만 떼어내기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Silero VAD v5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발화 구간 감지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제거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Qwen3-ASR-1.7B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→ 텍스트 + word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받아쓰기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화자 분리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누가 말했나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ECAPA-TDNN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화자 임베딩 (192-dim)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목소리 지문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LightASD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Speaker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어느 얼굴이 말 중?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emotion2vec+ 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감정 분류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 / Angry / 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 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품질 점수 (1~5)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깨끗한 ref 선택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VectorEngine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영-한 번역 + 감정 묘사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syllable 맞춰 번역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CosyVoice3 (0.5B)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voice cloning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5초 ref → 한국어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LatentSync 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립싱크 비디오 생성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 입모양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GFPGAN v1.4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얼굴 화질 복원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디테일 살리기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1. 오디오 분리 — vocal만 깨끗하게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추출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video.mp4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882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트랙 분리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882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audio.wav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(44.1kHz stereo)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BS-Roformer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음악/음성 분리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audio.wav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786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보컬과 BGM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주파수 mask 분리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3786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vocals.wav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bgm.wav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Silero VAD v5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 구간 감지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vocals.wav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869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초당 발화 확률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silence trim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869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clean_vocals.wav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 구간 list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BS-Roformer는 vocal-BGM 분리만 — vocal에 묻은 reverb는 제거 안 됨 (drama에서 ECAPA 화자 오인 원인)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2-1. ASR + 화자 분리 — 누가 / 뭐라고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Qwen3-ASR-1.7B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받아쓰기 (daemon :8902)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clean_vocals.wav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882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→ 텍스트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단위 timestamp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882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words[]: word, start,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detected_lang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DiariZen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분리 (daemon :8903)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clean_vocals.wav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786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embedding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3786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(start, end, SPEAKER_xx)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188720"/>
            <a:ext cx="361188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ECAPA-TDNN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임베딩 (192-dim)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DiariZen turns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869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거리로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over-detect 자동 병합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outlier 재할당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869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정제된 diarization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speaker_centroids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DiariZen이 1초 미만 짧은 turn은 잘 못 잡음 → ECAPA sliding window split이 보조 (5/8 추가)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2-2. Visual + Emotion — 어느 얼굴, 어떤 감정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LightASD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Speaker 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ASR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882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frame별 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 움직임 + 음성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 분석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882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asd_result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face_track[].scores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188720"/>
            <a:ext cx="361188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AV-Fusion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visual 결합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asd_result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786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화자 제거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lipsync target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speaker→face 매핑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3786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spurious_speakers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per_frame_target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speaker_face_map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emotion2vec+ Large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분류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vocals + segment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(start, end)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869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embedding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emotion classifier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869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(emotion, score)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Neutral/Sad/Angry/...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뒤돌이/off-screen 화자는 LightASD 무력 → ECAPA + 시간 인접성으로 보조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3. Reference 선택 + 번역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 Evaluator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품질 평가 (UTMOS-style)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audio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1~5점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선택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(speaker × emotion)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3949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SPEAKER_xx_Emotion.wav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(3~15초)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54864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VectorEngine LLM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영-한 번역 + 감정 묘사 (batch=7)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2402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286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emotion hint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794760"/>
            <a:ext cx="53949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8404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가이드 따라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번역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tts_emotion 생성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5074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534924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53949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translated_text (ko)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tts_emotion (영어 묘사)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LLM이 한국어 syllable 수를 영어 발화 시간에 맞춰 생성 → CosyVoice atempo 보정 최소화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4. 한국어 합성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CosyVoice3 — Zero-shot Voice Cloning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CosyVoice3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Fun-CosyVoice3-0.5B-2512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:8901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40233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특징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Zero-shot: 5초 reference로 즉시 cloning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Cross-lingual: 영어 reference → 한국어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24kHz 출력 (native)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 prompt로 emotion 적용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파라미터로 발화 속도 조절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554480"/>
            <a:ext cx="6217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645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tts_text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'You are a helpful assistant.&lt;|endofprompt|&gt;' + 한국어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prompt_wav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SPEAKER_xx_Emotion.wav (16kHz mono)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1.0 (default)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788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063240"/>
            <a:ext cx="62179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108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inference_cross_lingual()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 음색 + 한국어 발음 합성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24kHz wav 반환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42976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57200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663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dubbed/test4_chunk_000_dubbed.wav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ffmpeg atempo로 lip-sync 길이 보정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(0.85x ~ 1.25x 한도)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Reference MOS 1.5~3.0 (drama)이면 robotic — TED/강의처럼 clean recording에 적합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5. 영상 결합 + 립싱크 + 화질 복원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 mix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+ BGM 결합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dubbed.wav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bgm.wav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882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loudnorm I=-23 LUFS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(EBU R128 표준)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882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chunks/chunk_final.mp4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(영상 + 한국어 audio)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LatentSync 1.6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립싱크 비디오 생성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chunk_final.mp4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한국어 audio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786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diffusion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DDIM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(한국어 LoRA 적용 가능)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3786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lipsync.mp4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(입모양 동기화)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188720"/>
            <a:ext cx="3611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GFPGAN v1.4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화질 복원 (async I/O)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1965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22402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286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lipsync.mp4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869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3794760"/>
            <a:ext cx="352044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restoration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+ 2x upscale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(prefetch=4, write=2)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869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0" y="5074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534924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53949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(화질 복원 완료)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LatentSync는 sm_120(Blackwell) 가속 불가 (DeepCache/torch.compile 모두 실패) — 후처리만 가속 가능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Daemon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상주로 모델 로딩 시간 절감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매 실행마다 모델 로딩 60~90초 소요 → 대량 처리 시 비효율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3개 daemon 메모리 상주 + HTTP 호출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:8901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CosyVoice3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합성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로딩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60~90s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(이후 즉시 응답)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286000"/>
            <a:ext cx="3657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3891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:8902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Qwen3-ASR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46320" y="4023360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받아쓰기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로딩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30~60s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3891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(이후 즉시 응답)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21040" y="2286000"/>
            <a:ext cx="3657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3210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:8903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210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DiariZen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778240" y="4023360"/>
            <a:ext cx="27432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분리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로딩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20~30s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2104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(이후 즉시 응답)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100초 영상 처리 시 약 2~3분 절감 (재실행 시)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 venv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충돌 방지를 위한 격리 환경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모델별 의존성 버전 충돌 (transformers, pyannote, basicsr 등)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Docker 컨테이너 안에 4개 독립 venv 운영, subprocess로 호출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94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/opt/venv_lipsync/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메인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orchestrator, LatentSync, CosyVoice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의존성: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2.11+cu130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PEFT 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bitsandbytes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945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94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/opt/venv_asr/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ASR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Qwen3-ASR-1.7B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2918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의존성: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35021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 4.46+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/opt/venv_diarizen/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화자 분리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DiariZen, pyannote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5303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의존성: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5138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pyannote 3.3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DiariZen runtime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20624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20624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/opt/venv_gfpgan/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후처리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GFPGAN, color_match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303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의존성: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55138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gfpgan 1.3.8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basicsr 1.4.2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facexlib 0.3.0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측정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15초 영상 기준 — 단계별 시간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BS-Roformer 분리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Silero VAD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Qwen3-ASR (daemon)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DiariZen + AV-Fusion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+ 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번역 (batch=7)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CosyVoice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ffmpeg 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LatentSync 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GFPGAN async 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최대 비중 단계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LatentSync 1.6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0" y="1874520"/>
            <a:ext cx="182880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64240" y="1828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GFPGAN async 2x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0" y="2377440"/>
            <a:ext cx="128016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6424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DiariZen + AV-Fusion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0" y="2880360"/>
            <a:ext cx="73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064240" y="2834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 TTS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3383280"/>
            <a:ext cx="73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64240" y="3337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BS-Roformer 분리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0" y="3886200"/>
            <a:ext cx="365760" cy="228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064240" y="3840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0" y="4937760"/>
            <a:ext cx="484632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100초 영상 (drama)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95160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~ 80분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99516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(multi-speaker일수록 빠름)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알려진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한계와 회피 방법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드라마 reverb 잔존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화자 오인 + voice cloning robotic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0" cy="59436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방법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dereverb 단계 추가 (DeepFilterNet)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4884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DiariZen &lt;1초 turn 누락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화자 교차에서 segment 합쳐짐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0" cy="59436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방법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sliding window split (5/8 구현)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0896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등돌이/off-screen 화자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LightASD 무력 → AV-Fusion 보조 못함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246120"/>
            <a:ext cx="0" cy="59436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방법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+ temporal pattern + 다중 ref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6908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LatentSync sm_120 가속 불가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100초 영상 ~35분 (GPU bound)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206240"/>
            <a:ext cx="0" cy="59436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방법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434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후처리만 가속 (GFPGAN async -22%)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02920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cheek pink artifact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광대뼈 색감 시프트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5166360"/>
            <a:ext cx="0" cy="59436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5120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방법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5394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nf=4 재학습 또는 cloud A100 학습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사양 및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환경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+ Docker Desktop + WSL2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5080 (16GB VRAM, sm_120 Blackwell)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63GB (Docker 50g 할당)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1.9TB (모델 캐시 ~60GB, AIHub 538 ~510GB)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dubbing_pipeline (이미지 56GB)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13716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945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스테이지에 12 모델이 협력해 완전 자동 더빙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멀티 venv로 의존성 충돌 격리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daemon 메모리 상주 → 재실행 시 60~90s 절감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TED·강의·인터뷰 같은 clean recording에 최적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드라마는 reverb 한계로 robotic — dereverb로 보완 가능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한국어 LoRA로 입모양 정확도 ↑ (SyncNet 1.86)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문서: PIPELINE_OVERVIEW.md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다국어 자동 더빙 시스템 — 파이프라인 가이드</dc:title>
  <dc:subject>PptxGenJS Presentation</dc:subject>
  <dc:creator>PptxGenJS</dc:creator>
  <cp:lastModifiedBy>PptxGenJS</cp:lastModifiedBy>
  <cp:revision>1</cp:revision>
  <dcterms:created xsi:type="dcterms:W3CDTF">2026-05-08T01:38:48Z</dcterms:created>
  <dcterms:modified xsi:type="dcterms:W3CDTF">2026-05-08T01:38:48Z</dcterms:modified>
</cp:coreProperties>
</file>